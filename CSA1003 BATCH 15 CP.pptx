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4" r:id="rId2"/>
    <p:sldId id="271" r:id="rId3"/>
    <p:sldId id="258" r:id="rId4"/>
    <p:sldId id="261" r:id="rId5"/>
    <p:sldId id="292" r:id="rId6"/>
    <p:sldId id="264" r:id="rId7"/>
    <p:sldId id="290" r:id="rId8"/>
    <p:sldId id="291" r:id="rId9"/>
    <p:sldId id="275" r:id="rId10"/>
    <p:sldId id="293" r:id="rId11"/>
    <p:sldId id="294" r:id="rId12"/>
    <p:sldId id="295" r:id="rId13"/>
    <p:sldId id="277" r:id="rId14"/>
    <p:sldId id="276" r:id="rId15"/>
    <p:sldId id="268" r:id="rId16"/>
    <p:sldId id="267" r:id="rId17"/>
    <p:sldId id="289" r:id="rId18"/>
    <p:sldId id="28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65E74F77-1A56-43CD-A8FF-82B4393E1D89}">
          <p14:sldIdLst>
            <p14:sldId id="274"/>
            <p14:sldId id="271"/>
            <p14:sldId id="258"/>
            <p14:sldId id="261"/>
            <p14:sldId id="292"/>
            <p14:sldId id="264"/>
            <p14:sldId id="290"/>
            <p14:sldId id="291"/>
            <p14:sldId id="275"/>
            <p14:sldId id="293"/>
            <p14:sldId id="294"/>
            <p14:sldId id="295"/>
            <p14:sldId id="277"/>
            <p14:sldId id="276"/>
            <p14:sldId id="268"/>
            <p14:sldId id="267"/>
            <p14:sldId id="289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 varScale="1">
        <p:scale>
          <a:sx n="67" d="100"/>
          <a:sy n="67" d="100"/>
        </p:scale>
        <p:origin x="39" y="2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areddy ravisankarreddy" userId="a28122ae4adac000" providerId="LiveId" clId="{8D7695E2-B3D0-4422-9E73-5E45947944D8}"/>
    <pc:docChg chg="undo custSel modSld">
      <pc:chgData name="singareddy ravisankarreddy" userId="a28122ae4adac000" providerId="LiveId" clId="{8D7695E2-B3D0-4422-9E73-5E45947944D8}" dt="2026-08-17T05:01:19.873" v="7" actId="1076"/>
      <pc:docMkLst>
        <pc:docMk/>
      </pc:docMkLst>
      <pc:sldChg chg="addSp delSp modSp mod">
        <pc:chgData name="singareddy ravisankarreddy" userId="a28122ae4adac000" providerId="LiveId" clId="{8D7695E2-B3D0-4422-9E73-5E45947944D8}" dt="2026-08-17T05:01:19.873" v="7" actId="1076"/>
        <pc:sldMkLst>
          <pc:docMk/>
          <pc:sldMk cId="0" sldId="276"/>
        </pc:sldMkLst>
        <pc:spChg chg="mod">
          <ac:chgData name="singareddy ravisankarreddy" userId="a28122ae4adac000" providerId="LiveId" clId="{8D7695E2-B3D0-4422-9E73-5E45947944D8}" dt="2026-08-17T05:00:55.784" v="2" actId="1076"/>
          <ac:spMkLst>
            <pc:docMk/>
            <pc:sldMk cId="0" sldId="276"/>
            <ac:spMk id="8" creationId="{00000000-0000-0000-0000-000000000000}"/>
          </ac:spMkLst>
        </pc:spChg>
        <pc:picChg chg="add mod">
          <ac:chgData name="singareddy ravisankarreddy" userId="a28122ae4adac000" providerId="LiveId" clId="{8D7695E2-B3D0-4422-9E73-5E45947944D8}" dt="2026-08-17T05:01:19.873" v="7" actId="1076"/>
          <ac:picMkLst>
            <pc:docMk/>
            <pc:sldMk cId="0" sldId="276"/>
            <ac:picMk id="3" creationId="{5A9EBA48-F8CB-AB18-14F4-6A4DA8A5855A}"/>
          </ac:picMkLst>
        </pc:picChg>
        <pc:picChg chg="add del">
          <ac:chgData name="singareddy ravisankarreddy" userId="a28122ae4adac000" providerId="LiveId" clId="{8D7695E2-B3D0-4422-9E73-5E45947944D8}" dt="2026-08-17T05:00:58.800" v="4" actId="478"/>
          <ac:picMkLst>
            <pc:docMk/>
            <pc:sldMk cId="0" sldId="276"/>
            <ac:picMk id="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92C09B-E972-4080-8890-842FEDD1ECAF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EB956C-8DA6-486D-A534-7AFEE9D58BC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956C-8DA6-486D-A534-7AFEE9D58BC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924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956C-8DA6-486D-A534-7AFEE9D58BCD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125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956C-8DA6-486D-A534-7AFEE9D58BC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094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EB956C-8DA6-486D-A534-7AFEE9D58BC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100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CE17B-F296-47A7-8AF7-7D29DE3990A2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5E826-F399-43B3-BD90-83470A90FE9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9048" y="981323"/>
            <a:ext cx="9144000" cy="1200329"/>
          </a:xfrm>
        </p:spPr>
        <p:txBody>
          <a:bodyPr>
            <a:normAutofit/>
          </a:bodyPr>
          <a:lstStyle/>
          <a:p>
            <a:r>
              <a:rPr lang="en-US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SIMATS ENGINEERING</a:t>
            </a:r>
            <a:br>
              <a:rPr lang="en-US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</a:br>
            <a:r>
              <a:rPr lang="en-US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Saveetha Institute of Medical and Technical Sciences</a:t>
            </a:r>
            <a:br>
              <a:rPr lang="en-US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</a:br>
            <a:r>
              <a:rPr lang="en-US" sz="25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charset="0"/>
                <a:cs typeface="Times New Roman" panose="02020603050405020304" pitchFamily="18" charset="0"/>
                <a:sym typeface="+mn-ea"/>
              </a:rPr>
              <a:t>Chennai-602105.</a:t>
            </a:r>
            <a:endParaRPr lang="en-US" altLang="en-US" sz="2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8599" y="4614189"/>
            <a:ext cx="5527819" cy="1717786"/>
          </a:xfrm>
        </p:spPr>
        <p:txBody>
          <a:bodyPr>
            <a:normAutofit fontScale="90000" lnSpcReduction="20000"/>
          </a:bodyPr>
          <a:lstStyle/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Ravi Sankar Reddy(192372214)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Hemanth Reddy(192311222)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Lohith Krishna(192325122)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Krishna Tejesh Reddy(192411200)</a:t>
            </a:r>
          </a:p>
          <a:p>
            <a:pPr lvl="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Madan Mohan Reddy(192411206)</a:t>
            </a: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6822281" y="4013775"/>
            <a:ext cx="5157788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DR.T.M.USHA</a:t>
            </a:r>
          </a:p>
          <a:p>
            <a:pPr algn="ctr"/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Institute of SIMATS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Saveetha School of Engineering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72696" y="3429000"/>
            <a:ext cx="6646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21786" y="2558642"/>
            <a:ext cx="7836309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 Box 9"/>
          <p:cNvSpPr txBox="1"/>
          <p:nvPr/>
        </p:nvSpPr>
        <p:spPr>
          <a:xfrm>
            <a:off x="1734594" y="2243811"/>
            <a:ext cx="8135620" cy="1758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DevOps-Driven Deployment of a Gamified Pediatric Dental Care Platform Using Docker, Jenkins, and Kubernetes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028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1886" y="50500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9" name="AutoShape 8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AutoShape 2" descr="How to Build an Online Food Ordering System [Complete Guide]"/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25195" y="1845310"/>
            <a:ext cx="10128250" cy="4597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Paediatric dental care is essential for maintaining children's oral health and preventing dental diseases.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Children often lack interest in traditional dental education, leading to poor oral hygiene habits.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 improves engagement through quizzes, badges, rewards, and progress tracking.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applications require secure, reliable, and scalable deployment.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deployment methods are manual, slow, and prone to errors.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integrates development and operations to automate software delivery.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is used for application containerization and environment consistency.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096" y="208947"/>
            <a:ext cx="10515600" cy="1325563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6849" y="381423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399" y="2865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66420" y="1868805"/>
            <a:ext cx="11093450" cy="46443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gamified paediatric dental care platform that promotes oral hygiene awareness among children.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Docker for application containerization and consistent deployment environments.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software build, testing, and deployment process using Jenkins CI/CD.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deploy and manage the application using Kubernetes for orchestration and scalability.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application availability, reliability, and fault tolerance.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deployment time and minimize manual deployment errors through DevOps automation.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07" y="50301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255" y="2092960"/>
            <a:ext cx="11289030" cy="431355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deployment methods for healthcare applications are manual, time-consuming, and prone to errors.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application updates are difficult to deploy efficiently, resulting in increased downtime and delayed feature releases.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platforms require high availability, scalability, and reliability to support continuous user access.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DevOps-driven deployment solution that uses Docker for containerization, Jenkins for CI/CD automation, and Kubernetes for orchestration to enable a scalable, reliable, and efficient deployment of a gamified pediatric dental care platform.</a:t>
            </a: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13D25-5B1F-D0BE-622B-14A820BEA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5BB8E-55AD-C958-7181-5765B96A3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425" y="18955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>
            <a:extLst>
              <a:ext uri="{FF2B5EF4-FFF2-40B4-BE49-F238E27FC236}">
                <a16:creationId xmlns:a16="http://schemas.microsoft.com/office/drawing/2014/main" id="{D82E7D57-F905-BA59-BA0C-7282337B98C9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735" y="1895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>
            <a:extLst>
              <a:ext uri="{FF2B5EF4-FFF2-40B4-BE49-F238E27FC236}">
                <a16:creationId xmlns:a16="http://schemas.microsoft.com/office/drawing/2014/main" id="{693F3F45-66A7-BC5A-4760-2DC83026DC6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93705" y="7211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50FC4-5973-1FA6-0831-6509C3009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53539"/>
            <a:ext cx="10515600" cy="513234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is a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platform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hosting and managing Git repositories.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developers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store, track, and collaborate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source code.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maintains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history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easy to monitor and restore changes.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integrates seamlessly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trigger automated CI/CD pipelines.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collaborative software development through features like pull requests and code reviews. 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code repository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and change tracking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team collaboration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Jenkins, Docker, and Kubernetes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code backup and management </a:t>
            </a:r>
          </a:p>
        </p:txBody>
      </p:sp>
    </p:spTree>
    <p:extLst>
      <p:ext uri="{BB962C8B-B14F-4D97-AF65-F5344CB8AC3E}">
        <p14:creationId xmlns:p14="http://schemas.microsoft.com/office/powerpoint/2010/main" val="3030512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25" y="18955"/>
            <a:ext cx="10515600" cy="1325563"/>
          </a:xfrm>
        </p:spPr>
        <p:txBody>
          <a:bodyPr/>
          <a:lstStyle/>
          <a:p>
            <a:pPr algn="ctr"/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Docker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18735" y="1895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93705" y="7211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3540"/>
            <a:ext cx="10515600" cy="4854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containerization platform.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Packages applications with all dependencies into containers.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lightweight, and portable deployment.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Simplifies application distribution and maintenance.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consistency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deployment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portability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resource utilization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25" y="18955"/>
            <a:ext cx="10515600" cy="155063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8735" y="18955"/>
            <a:ext cx="1135380" cy="15710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93705" y="72111"/>
            <a:ext cx="1520190" cy="157106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3540"/>
            <a:ext cx="10515600" cy="5090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CI/CD automation tool.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build, testing, and deployment processes.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Git, Docker, and Kubernetes.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continuous software delivery.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effort and deployment errors.</a:t>
            </a:r>
          </a:p>
          <a:p>
            <a:pPr marL="0" indent="0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workflows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software releases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code quality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&amp; Continuous Delivery (CI/CD)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425" y="18955"/>
            <a:ext cx="10515600" cy="132556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18735" y="1895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93705" y="72111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53539"/>
            <a:ext cx="10515600" cy="48401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and deploys Docker containers efficiently.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scales applications based on demand.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load balancing and self-healing features.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high availability and reliability.</a:t>
            </a:r>
          </a:p>
          <a:p>
            <a:pPr marL="0" indent="0">
              <a:buNone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Auto-scaling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balancing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Self-healing containers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container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2889" y="19367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74655" y="193675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 rot="10800000" flipV="1">
            <a:off x="654050" y="2703195"/>
            <a:ext cx="1068070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: </a:t>
            </a:r>
            <a: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appointment tracking and reminders to improve recall visits.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4A2D-D959-7BF8-E63C-429BEA5A5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819" y="1921669"/>
            <a:ext cx="10487025" cy="3421856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Gamified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Dental Care Platform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adds points, badges, rewards, and levels to encourage children.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Dental Education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interactive lessons, games, and quizzes about oral hygiene.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Tracking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monitors children's brushing habits, quiz scores, and achievements.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Parent/Dentist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parents and dentists to view the child's dental-care progress.</a:t>
            </a: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C25D0ECA-58D0-4B65-8AEB-D104CAD7124D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2889" y="12731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0CFA03EF-20D6-2476-BA5A-23C04FD5B7B8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6720" y="127317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290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E6923-3F16-3638-AC4E-FAD0DA0C7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3019" y="1771650"/>
            <a:ext cx="9374981" cy="3128963"/>
          </a:xfrm>
        </p:spPr>
        <p:txBody>
          <a:bodyPr>
            <a:norm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DevOps Deployment and Container Management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containerizes the application for consistent deployment.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automates build, testing, and deployment through CI/CD.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containers, scaling, load balancing, and availability.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Deployment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reliable and automated deployment of the platform.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43C66915-7E0F-1DC0-84BB-B9326ECA06A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52889" y="12731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3D38B808-4873-E7F7-85E2-7086A5570B3C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86720" y="127317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8958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BF99-7A7C-5062-418D-7BD7F6D75F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8644" y="1470341"/>
            <a:ext cx="11044237" cy="3794603"/>
          </a:xfrm>
        </p:spPr>
        <p:txBody>
          <a:bodyPr>
            <a:noAutofit/>
          </a:bodyPr>
          <a:lstStyle/>
          <a:p>
            <a:pPr algn="l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User Management and Dental Progress Monitoring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allows children, parents, and dentists to create and manage accounts.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stores basic user details and individual dental-care information.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 Dashboard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displays brushing activities, game scores, badges, and achievements.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&amp; Notifications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dental-care reports and reminders for regular brushing and checkups.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161;p1">
            <a:extLst>
              <a:ext uri="{FF2B5EF4-FFF2-40B4-BE49-F238E27FC236}">
                <a16:creationId xmlns:a16="http://schemas.microsoft.com/office/drawing/2014/main" id="{A0402F73-025A-3EA6-A7E4-E18B9AE615B0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2889" y="127318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62;p1">
            <a:extLst>
              <a:ext uri="{FF2B5EF4-FFF2-40B4-BE49-F238E27FC236}">
                <a16:creationId xmlns:a16="http://schemas.microsoft.com/office/drawing/2014/main" id="{8564F696-15EB-1126-A264-B24B4E4C0DC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586720" y="127317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734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58095" y="219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533400" y="1917143"/>
            <a:ext cx="11582400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user requirements for the gamified pediatric dental care platform, including appointment tracking and reminders.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Development: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features such as dental education, quizzes, rewards, appointment scheduling, and reminder notifications.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Containerization: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the application and its dependencies into Docker containers for consistent deployment.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 Management: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and manage the application code using Git.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with Jenkins: Automate code building, testing, and deployment through a Jenkins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4143" y="718551"/>
            <a:ext cx="557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</a:t>
            </a:r>
            <a:endParaRPr lang="en-IN" sz="36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8620" y="377349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58095" y="226952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861188" y="464086"/>
            <a:ext cx="77786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/ Architecture</a:t>
            </a:r>
            <a:endParaRPr lang="en-IN" sz="3200" b="1" dirty="0"/>
          </a:p>
        </p:txBody>
      </p:sp>
      <p:sp>
        <p:nvSpPr>
          <p:cNvPr id="8" name="Text Box 7"/>
          <p:cNvSpPr txBox="1"/>
          <p:nvPr/>
        </p:nvSpPr>
        <p:spPr>
          <a:xfrm>
            <a:off x="1938655" y="2002314"/>
            <a:ext cx="5892800" cy="16522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EBA48-F8CB-AB18-14F4-6A4DA8A58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" y="1469050"/>
            <a:ext cx="11513344" cy="515183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7226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4295"/>
            <a:ext cx="10515600" cy="4351338"/>
          </a:xfrm>
        </p:spPr>
        <p:txBody>
          <a:bodyPr>
            <a:normAutofit fontScale="82500"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successful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DevOps-driven deployment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gamified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pediatric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dental care platform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Docker, Jenkins, and Kubernetes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consistent and portable application environments through containerization.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Jenkins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automates the build, testing, and deployment process using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pipeline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manual effort and deployment errors.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Kubernetes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scalable, reliable, and highly available application deployment through orchestration, auto-scaling, and self-healing capabilities. The DevOps approach enables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software delivery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downtime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simplified application maintenance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8620" y="377349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58095" y="245806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030" y="557171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87716" y="414953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396507" y="111808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855406" y="2369957"/>
            <a:ext cx="11061291" cy="3234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Integrate </a:t>
            </a:r>
            <a:r>
              <a:rPr lang="en-IN" sz="2000" b="1" dirty="0"/>
              <a:t>Artificial Intelligence (AI)</a:t>
            </a:r>
            <a:r>
              <a:rPr lang="en-IN" sz="2000" dirty="0"/>
              <a:t> to provide personalized dental care recommendations and oral health risk prediction.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Develop </a:t>
            </a:r>
            <a:r>
              <a:rPr lang="en-IN" sz="2000" b="1" dirty="0"/>
              <a:t>Android and iOS mobile applications</a:t>
            </a:r>
            <a:r>
              <a:rPr lang="en-IN" sz="2000" dirty="0"/>
              <a:t> for improved accessibility.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 Add </a:t>
            </a:r>
            <a:r>
              <a:rPr lang="en-IN" sz="2000" b="1" dirty="0"/>
              <a:t>tele-dentistry</a:t>
            </a:r>
            <a:r>
              <a:rPr lang="en-IN" sz="2000" dirty="0"/>
              <a:t> features for virtual consultations with dentists.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 Implement </a:t>
            </a:r>
            <a:r>
              <a:rPr lang="en-IN" sz="2000" b="1" dirty="0"/>
              <a:t>cloud-based deployment</a:t>
            </a:r>
            <a:r>
              <a:rPr lang="en-IN" sz="2000" dirty="0"/>
              <a:t> for greater scalability and disaster recovery.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/>
              <a:t>Enhance security using advanced authentication and data encryption to protect patient information.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0548" y="208947"/>
            <a:ext cx="10515600" cy="1325563"/>
          </a:xfrm>
        </p:spPr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0405" y="1534510"/>
            <a:ext cx="11235690" cy="51869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R., &amp; Garg, S. (2022).Detection of Toxic and Abusive Language in Social Media using Deep Learning.International Journal of Computer Applications (IJCA).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Risch, J., Stoll, A., Wilms, L., &amp; Krestel, R. (2022).Overview of the GermEval 2021 Shared Task on the Identification of Toxic, Engaging, and Fact-Claiming Comments.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Mozafari, M., Farahbakhsh, R., &amp; Crespi, N. (2022).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Hate Speech Detection: A Solved Problem? The Challenging Case of Long Tail on Twitter.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Processing &amp; Management, Elsevier.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Pavlopoulos, J., Sorensen, J., Laugier, L., &amp; Androutsopoulos, I. (2022).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charset="0"/>
              <a:buChar char="Ø"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16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2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158095" y="238662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1216</Words>
  <Application>Microsoft Office PowerPoint</Application>
  <PresentationFormat>Widescreen</PresentationFormat>
  <Paragraphs>118</Paragraphs>
  <Slides>18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Wingdings</vt:lpstr>
      <vt:lpstr>Office Theme</vt:lpstr>
      <vt:lpstr>SIMATS ENGINEERING Saveetha Institute of Medical and Technical Sciences Chennai-602105.</vt:lpstr>
      <vt:lpstr>Introduction</vt:lpstr>
      <vt:lpstr>Objectives</vt:lpstr>
      <vt:lpstr>Problem Statement</vt:lpstr>
      <vt:lpstr>GitHub</vt:lpstr>
      <vt:lpstr>Docker</vt:lpstr>
      <vt:lpstr>Jenkins</vt:lpstr>
      <vt:lpstr>Kubernetes</vt:lpstr>
      <vt:lpstr>PowerPoint Presentation</vt:lpstr>
      <vt:lpstr>Module 1: Gamified Pediatric Dental Care Platform  Gamification – adds points, badges, rewards, and levels to encourage children.   Dental Education – provides interactive lessons, games, and quizzes about oral hygiene.   Progress Tracking – monitors children's brushing habits, quiz scores, and achievements.   Parent/Dentist Monitoring – allows parents and dentists to view the child's dental-care progress.</vt:lpstr>
      <vt:lpstr>Module 2: DevOps Deployment and Container Management  Docker – containerizes the application for consistent deployment.   Jenkins – automates build, testing, and deployment through CI/CD.   Kubernetes – manages containers, scaling, load balancing, and availability.   Continuous Deployment – enables reliable and automated deployment of the platform.  </vt:lpstr>
      <vt:lpstr>Module 3: User Management and Dental Progress Monitoring  User Registration – allows children, parents, and dentists to create and manage accounts.   Profile Management – stores basic user details and individual dental-care information.   Progress Dashboard – displays brushing activities, game scores, badges, and achievements.   Reports &amp; Notifications – provides dental-care reports and reminders for regular brushing and checkups. </vt:lpstr>
      <vt:lpstr>PowerPoint Presentation</vt:lpstr>
      <vt:lpstr>PowerPoint Presentation</vt:lpstr>
      <vt:lpstr>Conclusion</vt:lpstr>
      <vt:lpstr>Future Scope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Cloud Security Through Two-Way Authentication and Distributed Access Control</dc:title>
  <dc:creator>Sanjay C</dc:creator>
  <cp:lastModifiedBy>singareddy ravisankarreddy</cp:lastModifiedBy>
  <cp:revision>33</cp:revision>
  <dcterms:created xsi:type="dcterms:W3CDTF">2025-08-10T15:31:00Z</dcterms:created>
  <dcterms:modified xsi:type="dcterms:W3CDTF">2026-08-17T05:02:12Z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7FDFEEB307D6479EB342CFBC9C4B969B_13</vt:lpwstr>
  </property>
  <property fmtid="{D5CDD505-2E9C-101B-9397-08002B2CF9AE}" pid="3" name="KSOProductBuildVer">
    <vt:lpwstr>1033-12.1.0.26880</vt:lpwstr>
  </property>
</Properties>
</file>